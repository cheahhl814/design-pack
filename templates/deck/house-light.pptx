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Decor deck-title-ar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2038350"/>
            <a:ext cx="6858000" cy="1905000"/>
          </a:xfrm>
        </p:spPr>
        <p:txBody>
          <a:bodyPr anchor="b">
            <a:norm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Deck title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2000" y="4095750"/>
            <a:ext cx="6858000" cy="142875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Subtitle · author · date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Decor section-divider-fram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0" y="2038350"/>
            <a:ext cx="6667500" cy="1905000"/>
          </a:xfrm>
        </p:spPr>
        <p:txBody>
          <a:bodyPr anchor="b">
            <a:normAutofit/>
          </a:bodyPr>
          <a:lstStyle>
            <a:lvl1pPr marL="0" indent="0" algn="l">
              <a:buNone/>
              <a:defRPr sz="40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Section 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>
          <a:xfrm>
            <a:off x="4762500" y="4095750"/>
            <a:ext cx="6667500" cy="142875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What this section covers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Figure 2"/>
          <p:cNvSpPr>
            <a:spLocks noGrp="1"/>
          </p:cNvSpPr>
          <p:nvPr>
            <p:ph type="pic" sz="quarter" idx="13"/>
          </p:nvPr>
        </p:nvSpPr>
        <p:spPr>
          <a:xfrm>
            <a:off x="609600" y="1295400"/>
            <a:ext cx="10972800" cy="4572000"/>
          </a:xfrm>
        </p:spPr>
        <p:txBody>
          <a:bodyPr anchor="ctr">
            <a:normAutofit/>
          </a:bodyPr>
          <a:lstStyle/>
          <a:p>
            <a:r>
              <a:rPr lang="en-US"/>
              <a:t>Figure</a:t>
            </a:r>
            <a:endParaRPr lang="en-US"/>
          </a:p>
        </p:txBody>
      </p:sp>
      <p:sp>
        <p:nvSpPr>
          <p:cNvPr id="4" name="Caption 3"/>
          <p:cNvSpPr>
            <a:spLocks noGrp="1"/>
          </p:cNvSpPr>
          <p:nvPr>
            <p:ph type="body" sz="quarter" idx="14"/>
          </p:nvPr>
        </p:nvSpPr>
        <p:spPr>
          <a:xfrm>
            <a:off x="609600" y="5943600"/>
            <a:ext cx="10972800" cy="4191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Caption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Figure 2"/>
          <p:cNvSpPr>
            <a:spLocks noGrp="1"/>
          </p:cNvSpPr>
          <p:nvPr>
            <p:ph type="pic" sz="quarter" idx="13"/>
          </p:nvPr>
        </p:nvSpPr>
        <p:spPr>
          <a:xfrm>
            <a:off x="609600" y="1771650"/>
            <a:ext cx="5334000" cy="3000375"/>
          </a:xfrm>
        </p:spPr>
        <p:txBody>
          <a:bodyPr anchor="ctr">
            <a:normAutofit/>
          </a:bodyPr>
          <a:lstStyle/>
          <a:p>
            <a:r>
              <a:rPr lang="en-US"/>
              <a:t>Left figure</a:t>
            </a:r>
            <a:endParaRPr lang="en-US"/>
          </a:p>
        </p:txBody>
      </p:sp>
      <p:sp>
        <p:nvSpPr>
          <p:cNvPr id="4" name="Caption 3"/>
          <p:cNvSpPr>
            <a:spLocks noGrp="1"/>
          </p:cNvSpPr>
          <p:nvPr>
            <p:ph type="body" sz="quarter" idx="14"/>
          </p:nvPr>
        </p:nvSpPr>
        <p:spPr>
          <a:xfrm>
            <a:off x="609600" y="4886325"/>
            <a:ext cx="5334000" cy="857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Left caption</a:t>
            </a:r>
            <a:endParaRPr lang="en-US"/>
          </a:p>
        </p:txBody>
      </p:sp>
      <p:sp>
        <p:nvSpPr>
          <p:cNvPr id="5" name="Figure 4"/>
          <p:cNvSpPr>
            <a:spLocks noGrp="1"/>
          </p:cNvSpPr>
          <p:nvPr>
            <p:ph type="pic" sz="quarter" idx="15"/>
          </p:nvPr>
        </p:nvSpPr>
        <p:spPr>
          <a:xfrm>
            <a:off x="6248400" y="1771650"/>
            <a:ext cx="5334000" cy="3000375"/>
          </a:xfrm>
        </p:spPr>
        <p:txBody>
          <a:bodyPr anchor="ctr">
            <a:normAutofit/>
          </a:bodyPr>
          <a:lstStyle/>
          <a:p>
            <a:r>
              <a:rPr lang="en-US"/>
              <a:t>Right figure</a:t>
            </a:r>
            <a:endParaRPr lang="en-US"/>
          </a:p>
        </p:txBody>
      </p:sp>
      <p:sp>
        <p:nvSpPr>
          <p:cNvPr id="6" name="Caption 5"/>
          <p:cNvSpPr>
            <a:spLocks noGrp="1"/>
          </p:cNvSpPr>
          <p:nvPr>
            <p:ph type="body" sz="quarter" idx="16"/>
          </p:nvPr>
        </p:nvSpPr>
        <p:spPr>
          <a:xfrm>
            <a:off x="6248400" y="4886325"/>
            <a:ext cx="5334000" cy="857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Right caption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609600" y="1333500"/>
            <a:ext cx="10972800" cy="4953000"/>
          </a:xfrm>
        </p:spPr>
        <p:txBody>
          <a:bodyPr anchor="t">
            <a:normAutofit/>
          </a:bodyPr>
          <a:lstStyle/>
          <a:p>
            <a:r>
              <a:rPr lang="en-US"/>
              <a:t>Bullet point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Decor footer-strip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0" y="6438900"/>
            <a:ext cx="12192000" cy="3429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33500"/>
            <a:ext cx="10972800" cy="4953000"/>
          </a:xfrm>
        </p:spPr>
        <p:txBody>
          <a:bodyPr anchor="t">
            <a:normAutofit/>
          </a:bodyPr>
          <a:lstStyle/>
          <a:p>
            <a:r>
              <a:rPr lang="en-US"/>
              <a:t>Bullet point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>
        <a:lnSpc>
          <a:spcPct val="90000"/>
        </a:lnSpc>
        <a:buNone/>
        <a:defRPr sz="3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lvl1pPr>
        <a:defRPr sz="18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theme/theme1.xml><?xml version="1.0" encoding="utf-8"?>
<a:theme xmlns:a="http://schemas.openxmlformats.org/drawingml/2006/main" name="html-template-pack House Light">
  <a:themeElements>
    <a:clrScheme name="html-template-pack Light">
      <a:dk1>
        <a:srgbClr val="0F172A"/>
      </a:dk1>
      <a:lt1>
        <a:srgbClr val="FFFFFF"/>
      </a:lt1>
      <a:dk2>
        <a:srgbClr val="64748B"/>
      </a:dk2>
      <a:lt2>
        <a:srgbClr val="F1F5F9"/>
      </a:lt2>
      <a:accent1>
        <a:srgbClr val="0D9488"/>
      </a:accent1>
      <a:accent2>
        <a:srgbClr val="2C4A7C"/>
      </a:accent2>
      <a:accent3>
        <a:srgbClr val="F59E0B"/>
      </a:accent3>
      <a:accent4>
        <a:srgbClr val="EF4444"/>
      </a:accent4>
      <a:accent5>
        <a:srgbClr val="10B981"/>
      </a:accent5>
      <a:accent6>
        <a:srgbClr val="1A2744"/>
      </a:accent6>
      <a:hlink>
        <a:srgbClr val="0D9488"/>
      </a:hlink>
      <a:folHlink>
        <a:srgbClr val="2C4A7C"/>
      </a:folHlink>
    </a:clrScheme>
    <a:fontScheme name="html-template-pack">
      <a:majorFont>
        <a:latin typeface="Arial"/>
        <a:ea typeface="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html-template-pack house deck (light)</dc:title>
  <dc:subject/>
  <dc:creator>html-template-pack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