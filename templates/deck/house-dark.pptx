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0.svg" ContentType="image/svg+xml"/>
  <Override PartName="/ppt/media/image11.svg" ContentType="image/svg+xml"/>
  <Override PartName="/ppt/media/image13.svg" ContentType="image/svg+xml"/>
  <Override PartName="/ppt/media/image14.svg" ContentType="image/svg+xml"/>
  <Override PartName="/ppt/media/image15.svg" ContentType="image/svg+xml"/>
  <Override PartName="/ppt/media/image17.svg" ContentType="image/svg+xml"/>
  <Override PartName="/ppt/media/image19.svg" ContentType="image/svg+xml"/>
  <Override PartName="/ppt/media/image2.svg" ContentType="image/svg+xml"/>
  <Override PartName="/ppt/media/image4.svg" ContentType="image/svg+xml"/>
  <Override PartName="/ppt/media/image6.svg" ContentType="image/svg+xml"/>
  <Override PartName="/ppt/media/image8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8.sv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0.sv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1.sv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13.svg"/><Relationship Id="rId4" Type="http://schemas.openxmlformats.org/officeDocument/2006/relationships/image" Target="../media/image9.png"/><Relationship Id="rId5" Type="http://schemas.openxmlformats.org/officeDocument/2006/relationships/image" Target="../media/image14.sv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5.sv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17.svg"/><Relationship Id="rId4" Type="http://schemas.openxmlformats.org/officeDocument/2006/relationships/image" Target="../media/image18.png"/><Relationship Id="rId5" Type="http://schemas.openxmlformats.org/officeDocument/2006/relationships/image" Target="../media/image19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Sp="0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Decor deck-title-art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2038350"/>
            <a:ext cx="6858000" cy="1905000"/>
          </a:xfrm>
        </p:spPr>
        <p:txBody>
          <a:bodyPr anchor="b">
            <a:normAutofit/>
          </a:bodyPr>
          <a:lstStyle>
            <a:lvl1pPr marL="0" indent="0" algn="l">
              <a:buNone/>
              <a:defRPr sz="44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Deck title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2000" y="4095750"/>
            <a:ext cx="6858000" cy="142875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Subtitle · author · date</a:t>
            </a:r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showMasterSp="0" preserve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Decor section-divider-frame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0" y="2038350"/>
            <a:ext cx="6667500" cy="1905000"/>
          </a:xfrm>
        </p:spPr>
        <p:txBody>
          <a:bodyPr anchor="b">
            <a:normAutofit/>
          </a:bodyPr>
          <a:lstStyle>
            <a:lvl1pPr marL="0" indent="0" algn="l">
              <a:buNone/>
              <a:defRPr sz="40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Section 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/>
          </p:nvPr>
        </p:nvSpPr>
        <p:spPr>
          <a:xfrm>
            <a:off x="4762500" y="4095750"/>
            <a:ext cx="6667500" cy="142875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What this section covers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g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42900"/>
            <a:ext cx="10972800" cy="800100"/>
          </a:xfrm>
        </p:spPr>
        <p:txBody>
          <a:bodyPr anchor="b">
            <a:normAutofit/>
          </a:bodyPr>
          <a:lstStyle/>
          <a:p>
            <a:r>
              <a:rPr lang="en-US"/>
              <a:t>Slide title</a:t>
            </a:r>
            <a:endParaRPr lang="en-US"/>
          </a:p>
        </p:txBody>
      </p:sp>
      <p:sp>
        <p:nvSpPr>
          <p:cNvPr id="3" name="Figure 2"/>
          <p:cNvSpPr>
            <a:spLocks noGrp="1"/>
          </p:cNvSpPr>
          <p:nvPr>
            <p:ph type="pic" sz="quarter" idx="13"/>
          </p:nvPr>
        </p:nvSpPr>
        <p:spPr>
          <a:xfrm>
            <a:off x="609600" y="1295400"/>
            <a:ext cx="10972800" cy="4572000"/>
          </a:xfrm>
        </p:spPr>
        <p:txBody>
          <a:bodyPr anchor="ctr">
            <a:normAutofit/>
          </a:bodyPr>
          <a:lstStyle/>
          <a:p>
            <a:r>
              <a:rPr lang="en-US"/>
              <a:t>Figure</a:t>
            </a:r>
            <a:endParaRPr lang="en-US"/>
          </a:p>
        </p:txBody>
      </p:sp>
      <p:sp>
        <p:nvSpPr>
          <p:cNvPr id="4" name="Caption 3"/>
          <p:cNvSpPr>
            <a:spLocks noGrp="1"/>
          </p:cNvSpPr>
          <p:nvPr>
            <p:ph type="body" sz="quarter" idx="14"/>
          </p:nvPr>
        </p:nvSpPr>
        <p:spPr>
          <a:xfrm>
            <a:off x="609600" y="5905500"/>
            <a:ext cx="10972800" cy="38100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Caption</a:t>
            </a:r>
            <a:endParaRPr lang="en-US"/>
          </a:p>
        </p:txBody>
      </p:sp>
      <p:sp>
        <p:nvSpPr>
          <p:cNvPr id="50" name="Date Placeholder"/>
          <p:cNvSpPr>
            <a:spLocks noGrp="1"/>
          </p:cNvSpPr>
          <p:nvPr>
            <p:ph type="dt" sz="half" idx="10"/>
          </p:nvPr>
        </p:nvSpPr>
        <p:spPr>
          <a:xfrm>
            <a:off x="7239000" y="6515100"/>
            <a:ext cx="3048000" cy="228600"/>
          </a:xfrm>
        </p:spPr>
        <p:txBody>
          <a:bodyPr anchor="ctr" lIns="0" tIns="0" rIns="0" bIns="0">
            <a:normAutofit/>
          </a:bodyPr>
          <a:lstStyle>
            <a:lvl1pPr marL="0" indent="0" algn="r">
              <a:buNone/>
              <a:defRPr sz="10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Date</a:t>
            </a:r>
            <a:endParaRPr lang="en-US"/>
          </a:p>
        </p:txBody>
      </p:sp>
      <p:sp>
        <p:nvSpPr>
          <p:cNvPr id="51" name="Footer Placeholder"/>
          <p:cNvSpPr>
            <a:spLocks noGrp="1"/>
          </p:cNvSpPr>
          <p:nvPr>
            <p:ph type="ftr" sz="quarter" idx="11"/>
          </p:nvPr>
        </p:nvSpPr>
        <p:spPr>
          <a:xfrm>
            <a:off x="609600" y="6515100"/>
            <a:ext cx="6096000" cy="228600"/>
          </a:xfrm>
        </p:spPr>
        <p:txBody>
          <a:bodyPr anchor="ctr" lIns="0" tIns="0" rIns="0" bIns="0">
            <a:normAutofit/>
          </a:bodyPr>
          <a:lstStyle>
            <a:lvl1pPr marL="0" indent="0" algn="l">
              <a:buNone/>
              <a:defRPr sz="10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Footer</a:t>
            </a:r>
            <a:endParaRPr lang="en-US"/>
          </a:p>
        </p:txBody>
      </p:sp>
      <p:sp>
        <p:nvSpPr>
          <p:cNvPr id="52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0477500" y="6515100"/>
            <a:ext cx="1104900" cy="228600"/>
          </a:xfrm>
        </p:spPr>
        <p:txBody>
          <a:bodyPr anchor="ctr" lIns="0" tIns="0" rIns="0" bIns="0">
            <a:normAutofit/>
          </a:bodyPr>
          <a:lstStyle>
            <a:lvl1pPr marL="0" indent="0" algn="r">
              <a:buNone/>
              <a:defRPr sz="1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Fig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42900"/>
            <a:ext cx="10972800" cy="800100"/>
          </a:xfrm>
        </p:spPr>
        <p:txBody>
          <a:bodyPr anchor="b">
            <a:normAutofit/>
          </a:bodyPr>
          <a:lstStyle/>
          <a:p>
            <a:r>
              <a:rPr lang="en-US"/>
              <a:t>Slide title</a:t>
            </a:r>
            <a:endParaRPr lang="en-US"/>
          </a:p>
        </p:txBody>
      </p:sp>
      <p:sp>
        <p:nvSpPr>
          <p:cNvPr id="3" name="Figure 2"/>
          <p:cNvSpPr>
            <a:spLocks noGrp="1"/>
          </p:cNvSpPr>
          <p:nvPr>
            <p:ph type="pic" sz="quarter" idx="13"/>
          </p:nvPr>
        </p:nvSpPr>
        <p:spPr>
          <a:xfrm>
            <a:off x="609600" y="1771650"/>
            <a:ext cx="5334000" cy="3000375"/>
          </a:xfrm>
        </p:spPr>
        <p:txBody>
          <a:bodyPr anchor="ctr">
            <a:normAutofit/>
          </a:bodyPr>
          <a:lstStyle/>
          <a:p>
            <a:r>
              <a:rPr lang="en-US"/>
              <a:t>Left figure</a:t>
            </a:r>
            <a:endParaRPr lang="en-US"/>
          </a:p>
        </p:txBody>
      </p:sp>
      <p:sp>
        <p:nvSpPr>
          <p:cNvPr id="4" name="Caption 3"/>
          <p:cNvSpPr>
            <a:spLocks noGrp="1"/>
          </p:cNvSpPr>
          <p:nvPr>
            <p:ph type="body" sz="quarter" idx="14"/>
          </p:nvPr>
        </p:nvSpPr>
        <p:spPr>
          <a:xfrm>
            <a:off x="609600" y="4886325"/>
            <a:ext cx="5334000" cy="8572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Left caption</a:t>
            </a:r>
            <a:endParaRPr lang="en-US"/>
          </a:p>
        </p:txBody>
      </p:sp>
      <p:sp>
        <p:nvSpPr>
          <p:cNvPr id="5" name="Figure 4"/>
          <p:cNvSpPr>
            <a:spLocks noGrp="1"/>
          </p:cNvSpPr>
          <p:nvPr>
            <p:ph type="pic" sz="quarter" idx="15"/>
          </p:nvPr>
        </p:nvSpPr>
        <p:spPr>
          <a:xfrm>
            <a:off x="6248400" y="1771650"/>
            <a:ext cx="5334000" cy="3000375"/>
          </a:xfrm>
        </p:spPr>
        <p:txBody>
          <a:bodyPr anchor="ctr">
            <a:normAutofit/>
          </a:bodyPr>
          <a:lstStyle/>
          <a:p>
            <a:r>
              <a:rPr lang="en-US"/>
              <a:t>Right figure</a:t>
            </a:r>
            <a:endParaRPr lang="en-US"/>
          </a:p>
        </p:txBody>
      </p:sp>
      <p:sp>
        <p:nvSpPr>
          <p:cNvPr id="6" name="Caption 5"/>
          <p:cNvSpPr>
            <a:spLocks noGrp="1"/>
          </p:cNvSpPr>
          <p:nvPr>
            <p:ph type="body" sz="quarter" idx="16"/>
          </p:nvPr>
        </p:nvSpPr>
        <p:spPr>
          <a:xfrm>
            <a:off x="6248400" y="4886325"/>
            <a:ext cx="5334000" cy="8572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Right caption</a:t>
            </a:r>
            <a:endParaRPr lang="en-US"/>
          </a:p>
        </p:txBody>
      </p:sp>
      <p:sp>
        <p:nvSpPr>
          <p:cNvPr id="50" name="Date Placeholder"/>
          <p:cNvSpPr>
            <a:spLocks noGrp="1"/>
          </p:cNvSpPr>
          <p:nvPr>
            <p:ph type="dt" sz="half" idx="10"/>
          </p:nvPr>
        </p:nvSpPr>
        <p:spPr>
          <a:xfrm>
            <a:off x="7239000" y="6515100"/>
            <a:ext cx="3048000" cy="228600"/>
          </a:xfrm>
        </p:spPr>
        <p:txBody>
          <a:bodyPr anchor="ctr" lIns="0" tIns="0" rIns="0" bIns="0">
            <a:normAutofit/>
          </a:bodyPr>
          <a:lstStyle>
            <a:lvl1pPr marL="0" indent="0" algn="r">
              <a:buNone/>
              <a:defRPr sz="10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Date</a:t>
            </a:r>
            <a:endParaRPr lang="en-US"/>
          </a:p>
        </p:txBody>
      </p:sp>
      <p:sp>
        <p:nvSpPr>
          <p:cNvPr id="51" name="Footer Placeholder"/>
          <p:cNvSpPr>
            <a:spLocks noGrp="1"/>
          </p:cNvSpPr>
          <p:nvPr>
            <p:ph type="ftr" sz="quarter" idx="11"/>
          </p:nvPr>
        </p:nvSpPr>
        <p:spPr>
          <a:xfrm>
            <a:off x="609600" y="6515100"/>
            <a:ext cx="6096000" cy="228600"/>
          </a:xfrm>
        </p:spPr>
        <p:txBody>
          <a:bodyPr anchor="ctr" lIns="0" tIns="0" rIns="0" bIns="0">
            <a:normAutofit/>
          </a:bodyPr>
          <a:lstStyle>
            <a:lvl1pPr marL="0" indent="0" algn="l">
              <a:buNone/>
              <a:defRPr sz="10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Footer</a:t>
            </a:r>
            <a:endParaRPr lang="en-US"/>
          </a:p>
        </p:txBody>
      </p:sp>
      <p:sp>
        <p:nvSpPr>
          <p:cNvPr id="52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0477500" y="6515100"/>
            <a:ext cx="1104900" cy="228600"/>
          </a:xfrm>
        </p:spPr>
        <p:txBody>
          <a:bodyPr anchor="ctr" lIns="0" tIns="0" rIns="0" bIns="0">
            <a:normAutofit/>
          </a:bodyPr>
          <a:lstStyle>
            <a:lvl1pPr marL="0" indent="0" algn="r">
              <a:buNone/>
              <a:defRPr sz="1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42900"/>
            <a:ext cx="10972800" cy="800100"/>
          </a:xfrm>
        </p:spPr>
        <p:txBody>
          <a:bodyPr anchor="b">
            <a:normAutofit/>
          </a:bodyPr>
          <a:lstStyle/>
          <a:p>
            <a:r>
              <a:rPr lang="en-US"/>
              <a:t>Slide title</a:t>
            </a:r>
            <a:endParaRPr lang="en-US"/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>
          <a:xfrm>
            <a:off x="609600" y="1333500"/>
            <a:ext cx="10972800" cy="4953000"/>
          </a:xfrm>
        </p:spPr>
        <p:txBody>
          <a:bodyPr anchor="t">
            <a:normAutofit/>
          </a:bodyPr>
          <a:lstStyle/>
          <a:p>
            <a:r>
              <a:rPr lang="en-US"/>
              <a:t>Bullet point</a:t>
            </a:r>
            <a:endParaRPr lang="en-US"/>
          </a:p>
        </p:txBody>
      </p:sp>
      <p:sp>
        <p:nvSpPr>
          <p:cNvPr id="50" name="Date Placeholder"/>
          <p:cNvSpPr>
            <a:spLocks noGrp="1"/>
          </p:cNvSpPr>
          <p:nvPr>
            <p:ph type="dt" sz="half" idx="10"/>
          </p:nvPr>
        </p:nvSpPr>
        <p:spPr>
          <a:xfrm>
            <a:off x="7239000" y="6515100"/>
            <a:ext cx="3048000" cy="228600"/>
          </a:xfrm>
        </p:spPr>
        <p:txBody>
          <a:bodyPr anchor="ctr" lIns="0" tIns="0" rIns="0" bIns="0">
            <a:normAutofit/>
          </a:bodyPr>
          <a:lstStyle>
            <a:lvl1pPr marL="0" indent="0" algn="r">
              <a:buNone/>
              <a:defRPr sz="10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Date</a:t>
            </a:r>
            <a:endParaRPr lang="en-US"/>
          </a:p>
        </p:txBody>
      </p:sp>
      <p:sp>
        <p:nvSpPr>
          <p:cNvPr id="51" name="Footer Placeholder"/>
          <p:cNvSpPr>
            <a:spLocks noGrp="1"/>
          </p:cNvSpPr>
          <p:nvPr>
            <p:ph type="ftr" sz="quarter" idx="11"/>
          </p:nvPr>
        </p:nvSpPr>
        <p:spPr>
          <a:xfrm>
            <a:off x="609600" y="6515100"/>
            <a:ext cx="6096000" cy="228600"/>
          </a:xfrm>
        </p:spPr>
        <p:txBody>
          <a:bodyPr anchor="ctr" lIns="0" tIns="0" rIns="0" bIns="0">
            <a:normAutofit/>
          </a:bodyPr>
          <a:lstStyle>
            <a:lvl1pPr marL="0" indent="0" algn="l">
              <a:buNone/>
              <a:defRPr sz="10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Footer</a:t>
            </a:r>
            <a:endParaRPr lang="en-US"/>
          </a:p>
        </p:txBody>
      </p:sp>
      <p:sp>
        <p:nvSpPr>
          <p:cNvPr id="52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0477500" y="6515100"/>
            <a:ext cx="1104900" cy="228600"/>
          </a:xfrm>
        </p:spPr>
        <p:txBody>
          <a:bodyPr anchor="ctr" lIns="0" tIns="0" rIns="0" bIns="0">
            <a:normAutofit/>
          </a:bodyPr>
          <a:lstStyle>
            <a:lvl1pPr marL="0" indent="0" algn="r">
              <a:buNone/>
              <a:defRPr sz="1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Decor agenda-helix-strip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96500" y="1428750"/>
            <a:ext cx="1524000" cy="4762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42900"/>
            <a:ext cx="9144000" cy="800100"/>
          </a:xfrm>
        </p:spPr>
        <p:txBody>
          <a:bodyPr anchor="b">
            <a:normAutofit/>
          </a:bodyPr>
          <a:lstStyle/>
          <a:p>
            <a:r>
              <a:rPr lang="en-US"/>
              <a:t>Agenda</a:t>
            </a:r>
            <a:endParaRPr lang="en-US"/>
          </a:p>
        </p:txBody>
      </p:sp>
      <p:sp>
        <p:nvSpPr>
          <p:cNvPr id="3" name="Agenda 2"/>
          <p:cNvSpPr>
            <a:spLocks noGrp="1"/>
          </p:cNvSpPr>
          <p:nvPr>
            <p:ph type="body" idx="1"/>
          </p:nvPr>
        </p:nvSpPr>
        <p:spPr>
          <a:xfrm>
            <a:off x="609600" y="1428750"/>
            <a:ext cx="8953500" cy="4762500"/>
          </a:xfrm>
        </p:spPr>
        <p:txBody>
          <a:bodyPr anchor="t">
            <a:normAutofit/>
          </a:bodyPr>
          <a:lstStyle>
            <a:lvl1pPr marL="640080" indent="-640080" algn="l">
              <a:lnSpc>
                <a:spcPct val="100000"/>
              </a:lnSpc>
              <a:spcBef>
                <a:spcPts val="1800"/>
              </a:spcBef>
              <a:buClr>
                <a:schemeClr val="accent1"/>
              </a:buClr>
              <a:buSzPct val="110000"/>
              <a:buFont typeface="+mj-lt"/>
              <a:buAutoNum type="arabicPeriod"/>
              <a:defRPr sz="24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Agenda item</a:t>
            </a:r>
            <a:endParaRPr lang="en-US"/>
          </a:p>
        </p:txBody>
      </p:sp>
      <p:sp>
        <p:nvSpPr>
          <p:cNvPr id="50" name="Date Placeholder"/>
          <p:cNvSpPr>
            <a:spLocks noGrp="1"/>
          </p:cNvSpPr>
          <p:nvPr>
            <p:ph type="dt" sz="half" idx="10"/>
          </p:nvPr>
        </p:nvSpPr>
        <p:spPr>
          <a:xfrm>
            <a:off x="7239000" y="6515100"/>
            <a:ext cx="3048000" cy="228600"/>
          </a:xfrm>
        </p:spPr>
        <p:txBody>
          <a:bodyPr anchor="ctr" lIns="0" tIns="0" rIns="0" bIns="0">
            <a:normAutofit/>
          </a:bodyPr>
          <a:lstStyle>
            <a:lvl1pPr marL="0" indent="0" algn="r">
              <a:buNone/>
              <a:defRPr sz="10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Date</a:t>
            </a:r>
            <a:endParaRPr lang="en-US"/>
          </a:p>
        </p:txBody>
      </p:sp>
      <p:sp>
        <p:nvSpPr>
          <p:cNvPr id="51" name="Footer Placeholder"/>
          <p:cNvSpPr>
            <a:spLocks noGrp="1"/>
          </p:cNvSpPr>
          <p:nvPr>
            <p:ph type="ftr" sz="quarter" idx="11"/>
          </p:nvPr>
        </p:nvSpPr>
        <p:spPr>
          <a:xfrm>
            <a:off x="609600" y="6515100"/>
            <a:ext cx="6096000" cy="228600"/>
          </a:xfrm>
        </p:spPr>
        <p:txBody>
          <a:bodyPr anchor="ctr" lIns="0" tIns="0" rIns="0" bIns="0">
            <a:normAutofit/>
          </a:bodyPr>
          <a:lstStyle>
            <a:lvl1pPr marL="0" indent="0" algn="l">
              <a:buNone/>
              <a:defRPr sz="10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Footer</a:t>
            </a:r>
            <a:endParaRPr lang="en-US"/>
          </a:p>
        </p:txBody>
      </p:sp>
      <p:sp>
        <p:nvSpPr>
          <p:cNvPr id="52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0477500" y="6515100"/>
            <a:ext cx="1104900" cy="228600"/>
          </a:xfrm>
        </p:spPr>
        <p:txBody>
          <a:bodyPr anchor="ctr" lIns="0" tIns="0" rIns="0" bIns="0">
            <a:normAutofit/>
          </a:bodyPr>
          <a:lstStyle>
            <a:lvl1pPr marL="0" indent="0" algn="r">
              <a:buNone/>
              <a:defRPr sz="1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Decor molecule-corner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06000" y="266700"/>
            <a:ext cx="1714500" cy="8572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42900"/>
            <a:ext cx="9144000" cy="571500"/>
          </a:xfrm>
        </p:spPr>
        <p:txBody>
          <a:bodyPr anchor="b">
            <a:normAutofit/>
          </a:bodyPr>
          <a:lstStyle>
            <a:lvl1pPr marL="0" indent="0" algn="l">
              <a:buNone/>
              <a:defRPr sz="16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Eyebrow</a:t>
            </a:r>
            <a:endParaRPr lang="en-US"/>
          </a:p>
        </p:txBody>
      </p:sp>
      <p:sp>
        <p:nvSpPr>
          <p:cNvPr id="3" name="Quote Mark"/>
          <p:cNvSpPr txBox="1"/>
          <p:nvPr userDrawn="1"/>
        </p:nvSpPr>
        <p:spPr>
          <a:xfrm>
            <a:off x="914400" y="1047750"/>
            <a:ext cx="1047750" cy="219075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r>
              <a:rPr lang="en-US" sz="12000" b="1">
                <a:solidFill>
                  <a:schemeClr val="accent1"/>
                </a:solidFill>
                <a:latin typeface="+mj-lt"/>
              </a:rPr>
              <a:t>“</a:t>
            </a:r>
          </a:p>
        </p:txBody>
      </p:sp>
      <p:sp>
        <p:nvSpPr>
          <p:cNvPr id="4" name="Quote 3"/>
          <p:cNvSpPr>
            <a:spLocks noGrp="1"/>
          </p:cNvSpPr>
          <p:nvPr>
            <p:ph type="body" idx="1"/>
          </p:nvPr>
        </p:nvSpPr>
        <p:spPr>
          <a:xfrm>
            <a:off x="1905000" y="1619250"/>
            <a:ext cx="8572500" cy="2857500"/>
          </a:xfrm>
        </p:spPr>
        <p:txBody>
          <a:bodyPr anchor="ctr">
            <a:normAutofit/>
          </a:bodyPr>
          <a:lstStyle>
            <a:lvl1pPr marL="0" indent="0" algn="l">
              <a:lnSpc>
                <a:spcPct val="110000"/>
              </a:lnSpc>
              <a:buNone/>
              <a:defRPr sz="3200" i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Quotation</a:t>
            </a:r>
            <a:endParaRPr lang="en-US"/>
          </a:p>
        </p:txBody>
      </p:sp>
      <p:sp>
        <p:nvSpPr>
          <p:cNvPr id="5" name="Attribution 4"/>
          <p:cNvSpPr>
            <a:spLocks noGrp="1"/>
          </p:cNvSpPr>
          <p:nvPr>
            <p:ph type="body" sz="quarter" idx="13"/>
          </p:nvPr>
        </p:nvSpPr>
        <p:spPr>
          <a:xfrm>
            <a:off x="1905000" y="4667250"/>
            <a:ext cx="8572500" cy="5715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Name, role</a:t>
            </a:r>
            <a:endParaRPr lang="en-US"/>
          </a:p>
        </p:txBody>
      </p:sp>
      <p:sp>
        <p:nvSpPr>
          <p:cNvPr id="50" name="Date Placeholder"/>
          <p:cNvSpPr>
            <a:spLocks noGrp="1"/>
          </p:cNvSpPr>
          <p:nvPr>
            <p:ph type="dt" sz="half" idx="10"/>
          </p:nvPr>
        </p:nvSpPr>
        <p:spPr>
          <a:xfrm>
            <a:off x="7239000" y="6515100"/>
            <a:ext cx="3048000" cy="228600"/>
          </a:xfrm>
        </p:spPr>
        <p:txBody>
          <a:bodyPr anchor="ctr" lIns="0" tIns="0" rIns="0" bIns="0">
            <a:normAutofit/>
          </a:bodyPr>
          <a:lstStyle>
            <a:lvl1pPr marL="0" indent="0" algn="r">
              <a:buNone/>
              <a:defRPr sz="10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Date</a:t>
            </a:r>
            <a:endParaRPr lang="en-US"/>
          </a:p>
        </p:txBody>
      </p:sp>
      <p:sp>
        <p:nvSpPr>
          <p:cNvPr id="51" name="Footer Placeholder"/>
          <p:cNvSpPr>
            <a:spLocks noGrp="1"/>
          </p:cNvSpPr>
          <p:nvPr>
            <p:ph type="ftr" sz="quarter" idx="11"/>
          </p:nvPr>
        </p:nvSpPr>
        <p:spPr>
          <a:xfrm>
            <a:off x="609600" y="6515100"/>
            <a:ext cx="6096000" cy="228600"/>
          </a:xfrm>
        </p:spPr>
        <p:txBody>
          <a:bodyPr anchor="ctr" lIns="0" tIns="0" rIns="0" bIns="0">
            <a:normAutofit/>
          </a:bodyPr>
          <a:lstStyle>
            <a:lvl1pPr marL="0" indent="0" algn="l">
              <a:buNone/>
              <a:defRPr sz="10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Footer</a:t>
            </a:r>
            <a:endParaRPr lang="en-US"/>
          </a:p>
        </p:txBody>
      </p:sp>
      <p:sp>
        <p:nvSpPr>
          <p:cNvPr id="52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0477500" y="6515100"/>
            <a:ext cx="1104900" cy="228600"/>
          </a:xfrm>
        </p:spPr>
        <p:txBody>
          <a:bodyPr anchor="ctr" lIns="0" tIns="0" rIns="0" bIns="0">
            <a:normAutofit/>
          </a:bodyPr>
          <a:lstStyle>
            <a:lvl1pPr marL="0" indent="0" algn="r">
              <a:buNone/>
              <a:defRPr sz="1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Decor molecule-corner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06000" y="266700"/>
            <a:ext cx="1714500" cy="8572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42900"/>
            <a:ext cx="9144000" cy="800100"/>
          </a:xfrm>
        </p:spPr>
        <p:txBody>
          <a:bodyPr anchor="b">
            <a:normAutofit/>
          </a:bodyPr>
          <a:lstStyle/>
          <a:p>
            <a:r>
              <a:rPr lang="en-US"/>
              <a:t>Slide title</a:t>
            </a:r>
            <a:endParaRPr lang="en-US"/>
          </a:p>
        </p:txBody>
      </p:sp>
      <p:sp>
        <p:nvSpPr>
          <p:cNvPr id="3" name="Table 2"/>
          <p:cNvSpPr>
            <a:spLocks noGrp="1"/>
          </p:cNvSpPr>
          <p:nvPr>
            <p:ph type="tbl" idx="13"/>
          </p:nvPr>
        </p:nvSpPr>
        <p:spPr>
          <a:xfrm>
            <a:off x="609600" y="1333500"/>
            <a:ext cx="10972800" cy="4762500"/>
          </a:xfrm>
        </p:spPr>
        <p:txBody>
          <a:bodyPr anchor="t">
            <a:normAutofit/>
          </a:bodyPr>
          <a:lstStyle/>
          <a:p>
            <a:r>
              <a:rPr lang="en-US"/>
              <a:t>Table</a:t>
            </a:r>
            <a:endParaRPr lang="en-US"/>
          </a:p>
        </p:txBody>
      </p:sp>
      <p:sp>
        <p:nvSpPr>
          <p:cNvPr id="50" name="Date Placeholder"/>
          <p:cNvSpPr>
            <a:spLocks noGrp="1"/>
          </p:cNvSpPr>
          <p:nvPr>
            <p:ph type="dt" sz="half" idx="10"/>
          </p:nvPr>
        </p:nvSpPr>
        <p:spPr>
          <a:xfrm>
            <a:off x="7239000" y="6515100"/>
            <a:ext cx="3048000" cy="228600"/>
          </a:xfrm>
        </p:spPr>
        <p:txBody>
          <a:bodyPr anchor="ctr" lIns="0" tIns="0" rIns="0" bIns="0">
            <a:normAutofit/>
          </a:bodyPr>
          <a:lstStyle>
            <a:lvl1pPr marL="0" indent="0" algn="r">
              <a:buNone/>
              <a:defRPr sz="10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Date</a:t>
            </a:r>
            <a:endParaRPr lang="en-US"/>
          </a:p>
        </p:txBody>
      </p:sp>
      <p:sp>
        <p:nvSpPr>
          <p:cNvPr id="51" name="Footer Placeholder"/>
          <p:cNvSpPr>
            <a:spLocks noGrp="1"/>
          </p:cNvSpPr>
          <p:nvPr>
            <p:ph type="ftr" sz="quarter" idx="11"/>
          </p:nvPr>
        </p:nvSpPr>
        <p:spPr>
          <a:xfrm>
            <a:off x="609600" y="6515100"/>
            <a:ext cx="6096000" cy="228600"/>
          </a:xfrm>
        </p:spPr>
        <p:txBody>
          <a:bodyPr anchor="ctr" lIns="0" tIns="0" rIns="0" bIns="0">
            <a:normAutofit/>
          </a:bodyPr>
          <a:lstStyle>
            <a:lvl1pPr marL="0" indent="0" algn="l">
              <a:buNone/>
              <a:defRPr sz="10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Footer</a:t>
            </a:r>
            <a:endParaRPr lang="en-US"/>
          </a:p>
        </p:txBody>
      </p:sp>
      <p:sp>
        <p:nvSpPr>
          <p:cNvPr id="52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0477500" y="6515100"/>
            <a:ext cx="1104900" cy="228600"/>
          </a:xfrm>
        </p:spPr>
        <p:txBody>
          <a:bodyPr anchor="ctr" lIns="0" tIns="0" rIns="0" bIns="0">
            <a:normAutofit/>
          </a:bodyPr>
          <a:lstStyle>
            <a:lvl1pPr marL="0" indent="0" algn="r">
              <a:buNone/>
              <a:defRPr sz="1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P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Decor molecule-corner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906000" y="266700"/>
            <a:ext cx="1714500" cy="857250"/>
          </a:xfrm>
          <a:prstGeom prst="rect">
            <a:avLst/>
          </a:prstGeom>
        </p:spPr>
      </p:pic>
      <p:pic>
        <p:nvPicPr>
          <p:cNvPr id="53" name="Decor kpi-medallion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1333500"/>
            <a:ext cx="4000500" cy="4000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42900"/>
            <a:ext cx="9144000" cy="800100"/>
          </a:xfrm>
        </p:spPr>
        <p:txBody>
          <a:bodyPr anchor="b">
            <a:normAutofit/>
          </a:bodyPr>
          <a:lstStyle/>
          <a:p>
            <a:r>
              <a:rPr lang="en-US"/>
              <a:t>Slide title</a:t>
            </a:r>
            <a:endParaRPr lang="en-US"/>
          </a:p>
        </p:txBody>
      </p:sp>
      <p:sp>
        <p:nvSpPr>
          <p:cNvPr id="3" name="KPI Value 2"/>
          <p:cNvSpPr>
            <a:spLocks noGrp="1"/>
          </p:cNvSpPr>
          <p:nvPr>
            <p:ph type="body" sz="quarter" idx="13"/>
          </p:nvPr>
        </p:nvSpPr>
        <p:spPr>
          <a:xfrm>
            <a:off x="800100" y="2343150"/>
            <a:ext cx="3619500" cy="1295400"/>
          </a:xfrm>
        </p:spPr>
        <p:txBody>
          <a:bodyPr anchor="b" lIns="0" tIns="0" rIns="0" bIns="0">
            <a:normAutofit/>
          </a:bodyPr>
          <a:lstStyle>
            <a:lvl1pPr marL="0" indent="0" algn="ctr">
              <a:buNone/>
              <a:defRPr sz="80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92%</a:t>
            </a:r>
            <a:endParaRPr lang="en-US"/>
          </a:p>
        </p:txBody>
      </p:sp>
      <p:sp>
        <p:nvSpPr>
          <p:cNvPr id="4" name="KPI Delta 3"/>
          <p:cNvSpPr>
            <a:spLocks noGrp="1"/>
          </p:cNvSpPr>
          <p:nvPr>
            <p:ph type="body" sz="quarter" idx="14"/>
          </p:nvPr>
        </p:nvSpPr>
        <p:spPr>
          <a:xfrm>
            <a:off x="1847850" y="3752850"/>
            <a:ext cx="1524000" cy="41910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</p:spPr>
        <p:txBody>
          <a:bodyPr anchor="ctr" lIns="0" tIns="0" rIns="0" bIns="0">
            <a:normAutofit/>
          </a:bodyPr>
          <a:lstStyle>
            <a:lvl1pPr marL="0" indent="0" algn="ctr">
              <a:buNone/>
              <a:defRPr sz="1600" b="1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+12 pts</a:t>
            </a:r>
            <a:endParaRPr lang="en-US"/>
          </a:p>
        </p:txBody>
      </p:sp>
      <p:sp>
        <p:nvSpPr>
          <p:cNvPr id="5" name="KPI Label 4"/>
          <p:cNvSpPr>
            <a:spLocks noGrp="1"/>
          </p:cNvSpPr>
          <p:nvPr>
            <p:ph type="body" sz="quarter" idx="15"/>
          </p:nvPr>
        </p:nvSpPr>
        <p:spPr>
          <a:xfrm>
            <a:off x="609600" y="5486400"/>
            <a:ext cx="4000500" cy="47625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What the number measures</a:t>
            </a:r>
            <a:endParaRPr lang="en-US"/>
          </a:p>
        </p:txBody>
      </p:sp>
      <p:sp>
        <p:nvSpPr>
          <p:cNvPr id="6" name="Stat Value 1"/>
          <p:cNvSpPr>
            <a:spLocks noGrp="1"/>
          </p:cNvSpPr>
          <p:nvPr>
            <p:ph type="body" sz="quarter" idx="16"/>
          </p:nvPr>
        </p:nvSpPr>
        <p:spPr>
          <a:xfrm>
            <a:off x="5334000" y="1619250"/>
            <a:ext cx="6248400" cy="609600"/>
          </a:xfrm>
        </p:spPr>
        <p:txBody>
          <a:bodyPr anchor="b">
            <a:normAutofit/>
          </a:bodyPr>
          <a:lstStyle>
            <a:lvl1pPr marL="0" indent="0" algn="l">
              <a:buNone/>
              <a:defRPr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48 h</a:t>
            </a:r>
            <a:endParaRPr lang="en-US"/>
          </a:p>
        </p:txBody>
      </p:sp>
      <p:sp>
        <p:nvSpPr>
          <p:cNvPr id="7" name="Stat Label 1"/>
          <p:cNvSpPr>
            <a:spLocks noGrp="1"/>
          </p:cNvSpPr>
          <p:nvPr>
            <p:ph type="body" sz="quarter" idx="17"/>
          </p:nvPr>
        </p:nvSpPr>
        <p:spPr>
          <a:xfrm>
            <a:off x="5334000" y="2247900"/>
            <a:ext cx="6248400" cy="3810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Supporting stat</a:t>
            </a:r>
            <a:endParaRPr lang="en-US"/>
          </a:p>
        </p:txBody>
      </p:sp>
      <p:sp>
        <p:nvSpPr>
          <p:cNvPr id="8" name="Stat Value 2"/>
          <p:cNvSpPr>
            <a:spLocks noGrp="1"/>
          </p:cNvSpPr>
          <p:nvPr>
            <p:ph type="body" sz="quarter" idx="18"/>
          </p:nvPr>
        </p:nvSpPr>
        <p:spPr>
          <a:xfrm>
            <a:off x="5334000" y="3143250"/>
            <a:ext cx="6248400" cy="609600"/>
          </a:xfrm>
        </p:spPr>
        <p:txBody>
          <a:bodyPr anchor="b">
            <a:normAutofit/>
          </a:bodyPr>
          <a:lstStyle>
            <a:lvl1pPr marL="0" indent="0" algn="l">
              <a:buNone/>
              <a:defRPr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48 h</a:t>
            </a:r>
            <a:endParaRPr lang="en-US"/>
          </a:p>
        </p:txBody>
      </p:sp>
      <p:sp>
        <p:nvSpPr>
          <p:cNvPr id="9" name="Stat Label 2"/>
          <p:cNvSpPr>
            <a:spLocks noGrp="1"/>
          </p:cNvSpPr>
          <p:nvPr>
            <p:ph type="body" sz="quarter" idx="19"/>
          </p:nvPr>
        </p:nvSpPr>
        <p:spPr>
          <a:xfrm>
            <a:off x="5334000" y="3771900"/>
            <a:ext cx="6248400" cy="3810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Supporting stat</a:t>
            </a:r>
            <a:endParaRPr lang="en-US"/>
          </a:p>
        </p:txBody>
      </p:sp>
      <p:sp>
        <p:nvSpPr>
          <p:cNvPr id="10" name="Stat Value 3"/>
          <p:cNvSpPr>
            <a:spLocks noGrp="1"/>
          </p:cNvSpPr>
          <p:nvPr>
            <p:ph type="body" sz="quarter" idx="20"/>
          </p:nvPr>
        </p:nvSpPr>
        <p:spPr>
          <a:xfrm>
            <a:off x="5334000" y="4667250"/>
            <a:ext cx="6248400" cy="609600"/>
          </a:xfrm>
        </p:spPr>
        <p:txBody>
          <a:bodyPr anchor="b">
            <a:normAutofit/>
          </a:bodyPr>
          <a:lstStyle>
            <a:lvl1pPr marL="0" indent="0" algn="l">
              <a:buNone/>
              <a:defRPr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48 h</a:t>
            </a:r>
            <a:endParaRPr lang="en-US"/>
          </a:p>
        </p:txBody>
      </p:sp>
      <p:sp>
        <p:nvSpPr>
          <p:cNvPr id="11" name="Stat Label 3"/>
          <p:cNvSpPr>
            <a:spLocks noGrp="1"/>
          </p:cNvSpPr>
          <p:nvPr>
            <p:ph type="body" sz="quarter" idx="21"/>
          </p:nvPr>
        </p:nvSpPr>
        <p:spPr>
          <a:xfrm>
            <a:off x="5334000" y="5295900"/>
            <a:ext cx="6248400" cy="3810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Supporting stat</a:t>
            </a:r>
            <a:endParaRPr lang="en-US"/>
          </a:p>
        </p:txBody>
      </p:sp>
      <p:sp>
        <p:nvSpPr>
          <p:cNvPr id="50" name="Date Placeholder"/>
          <p:cNvSpPr>
            <a:spLocks noGrp="1"/>
          </p:cNvSpPr>
          <p:nvPr>
            <p:ph type="dt" sz="half" idx="10"/>
          </p:nvPr>
        </p:nvSpPr>
        <p:spPr>
          <a:xfrm>
            <a:off x="7239000" y="6515100"/>
            <a:ext cx="3048000" cy="228600"/>
          </a:xfrm>
        </p:spPr>
        <p:txBody>
          <a:bodyPr anchor="ctr" lIns="0" tIns="0" rIns="0" bIns="0">
            <a:normAutofit/>
          </a:bodyPr>
          <a:lstStyle>
            <a:lvl1pPr marL="0" indent="0" algn="r">
              <a:buNone/>
              <a:defRPr sz="10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Date</a:t>
            </a:r>
            <a:endParaRPr lang="en-US"/>
          </a:p>
        </p:txBody>
      </p:sp>
      <p:sp>
        <p:nvSpPr>
          <p:cNvPr id="51" name="Footer Placeholder"/>
          <p:cNvSpPr>
            <a:spLocks noGrp="1"/>
          </p:cNvSpPr>
          <p:nvPr>
            <p:ph type="ftr" sz="quarter" idx="11"/>
          </p:nvPr>
        </p:nvSpPr>
        <p:spPr>
          <a:xfrm>
            <a:off x="609600" y="6515100"/>
            <a:ext cx="6096000" cy="228600"/>
          </a:xfrm>
        </p:spPr>
        <p:txBody>
          <a:bodyPr anchor="ctr" lIns="0" tIns="0" rIns="0" bIns="0">
            <a:normAutofit/>
          </a:bodyPr>
          <a:lstStyle>
            <a:lvl1pPr marL="0" indent="0" algn="l">
              <a:buNone/>
              <a:defRPr sz="10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Footer</a:t>
            </a:r>
            <a:endParaRPr lang="en-US"/>
          </a:p>
        </p:txBody>
      </p:sp>
      <p:sp>
        <p:nvSpPr>
          <p:cNvPr id="52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0477500" y="6515100"/>
            <a:ext cx="1104900" cy="228600"/>
          </a:xfrm>
        </p:spPr>
        <p:txBody>
          <a:bodyPr anchor="ctr" lIns="0" tIns="0" rIns="0" bIns="0">
            <a:normAutofit/>
          </a:bodyPr>
          <a:lstStyle>
            <a:lvl1pPr marL="0" indent="0" algn="r">
              <a:buNone/>
              <a:defRPr sz="1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Decor molecule-corner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06000" y="266700"/>
            <a:ext cx="1714500" cy="8572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42900"/>
            <a:ext cx="9144000" cy="800100"/>
          </a:xfrm>
        </p:spPr>
        <p:txBody>
          <a:bodyPr anchor="b">
            <a:normAutofit/>
          </a:bodyPr>
          <a:lstStyle/>
          <a:p>
            <a:r>
              <a:rPr lang="en-US"/>
              <a:t>Slide title</a:t>
            </a:r>
            <a:endParaRPr lang="en-US"/>
          </a:p>
        </p:txBody>
      </p:sp>
      <p:sp>
        <p:nvSpPr>
          <p:cNvPr id="3" name="Figure 2"/>
          <p:cNvSpPr>
            <a:spLocks noGrp="1"/>
          </p:cNvSpPr>
          <p:nvPr>
            <p:ph type="pic" sz="quarter" idx="13"/>
          </p:nvPr>
        </p:nvSpPr>
        <p:spPr>
          <a:xfrm>
            <a:off x="609600" y="1333500"/>
            <a:ext cx="5715000" cy="4572000"/>
          </a:xfrm>
        </p:spPr>
        <p:txBody>
          <a:bodyPr anchor="ctr">
            <a:normAutofit/>
          </a:bodyPr>
          <a:lstStyle/>
          <a:p>
            <a:r>
              <a:rPr lang="en-US"/>
              <a:t>Figure</a:t>
            </a:r>
            <a:endParaRPr lang="en-US"/>
          </a:p>
        </p:txBody>
      </p:sp>
      <p:sp>
        <p:nvSpPr>
          <p:cNvPr id="4" name="Text 3"/>
          <p:cNvSpPr>
            <a:spLocks noGrp="1"/>
          </p:cNvSpPr>
          <p:nvPr>
            <p:ph type="body" idx="14"/>
          </p:nvPr>
        </p:nvSpPr>
        <p:spPr>
          <a:xfrm>
            <a:off x="6781800" y="1428750"/>
            <a:ext cx="4800600" cy="4476750"/>
          </a:xfrm>
        </p:spPr>
        <p:txBody>
          <a:bodyPr anchor="ctr">
            <a:normAutofit/>
          </a:bodyPr>
          <a:lstStyle>
            <a:lvl1pPr marL="285750" indent="-285750" algn="l">
              <a:lnSpc>
                <a:spcPct val="100000"/>
              </a:lnSpc>
              <a:spcBef>
                <a:spcPts val="1000"/>
              </a:spcBef>
              <a:buClr>
                <a:schemeClr val="accent1"/>
              </a:buClr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Text</a:t>
            </a:r>
            <a:endParaRPr lang="en-US"/>
          </a:p>
        </p:txBody>
      </p:sp>
      <p:sp>
        <p:nvSpPr>
          <p:cNvPr id="50" name="Date Placeholder"/>
          <p:cNvSpPr>
            <a:spLocks noGrp="1"/>
          </p:cNvSpPr>
          <p:nvPr>
            <p:ph type="dt" sz="half" idx="10"/>
          </p:nvPr>
        </p:nvSpPr>
        <p:spPr>
          <a:xfrm>
            <a:off x="7239000" y="6515100"/>
            <a:ext cx="3048000" cy="228600"/>
          </a:xfrm>
        </p:spPr>
        <p:txBody>
          <a:bodyPr anchor="ctr" lIns="0" tIns="0" rIns="0" bIns="0">
            <a:normAutofit/>
          </a:bodyPr>
          <a:lstStyle>
            <a:lvl1pPr marL="0" indent="0" algn="r">
              <a:buNone/>
              <a:defRPr sz="10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Date</a:t>
            </a:r>
            <a:endParaRPr lang="en-US"/>
          </a:p>
        </p:txBody>
      </p:sp>
      <p:sp>
        <p:nvSpPr>
          <p:cNvPr id="51" name="Footer Placeholder"/>
          <p:cNvSpPr>
            <a:spLocks noGrp="1"/>
          </p:cNvSpPr>
          <p:nvPr>
            <p:ph type="ftr" sz="quarter" idx="11"/>
          </p:nvPr>
        </p:nvSpPr>
        <p:spPr>
          <a:xfrm>
            <a:off x="609600" y="6515100"/>
            <a:ext cx="6096000" cy="228600"/>
          </a:xfrm>
        </p:spPr>
        <p:txBody>
          <a:bodyPr anchor="ctr" lIns="0" tIns="0" rIns="0" bIns="0">
            <a:normAutofit/>
          </a:bodyPr>
          <a:lstStyle>
            <a:lvl1pPr marL="0" indent="0" algn="l">
              <a:buNone/>
              <a:defRPr sz="10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Footer</a:t>
            </a:r>
            <a:endParaRPr lang="en-US"/>
          </a:p>
        </p:txBody>
      </p:sp>
      <p:sp>
        <p:nvSpPr>
          <p:cNvPr id="52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0477500" y="6515100"/>
            <a:ext cx="1104900" cy="228600"/>
          </a:xfrm>
        </p:spPr>
        <p:txBody>
          <a:bodyPr anchor="ctr" lIns="0" tIns="0" rIns="0" bIns="0">
            <a:normAutofit/>
          </a:bodyPr>
          <a:lstStyle>
            <a:lvl1pPr marL="0" indent="0" algn="r">
              <a:buNone/>
              <a:defRPr sz="1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Decor closing-orbit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Decor accent-band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6705600"/>
            <a:ext cx="12192000" cy="1524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2286000"/>
            <a:ext cx="6477000" cy="1619250"/>
          </a:xfrm>
        </p:spPr>
        <p:txBody>
          <a:bodyPr anchor="b">
            <a:normAutofit/>
          </a:bodyPr>
          <a:lstStyle>
            <a:lvl1pPr marL="0" indent="0" algn="l">
              <a:buNone/>
              <a:defRPr sz="60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Thank you</a:t>
            </a:r>
            <a:endParaRPr lang="en-US"/>
          </a:p>
        </p:txBody>
      </p:sp>
      <p:sp>
        <p:nvSpPr>
          <p:cNvPr id="3" name="Contact 2"/>
          <p:cNvSpPr>
            <a:spLocks noGrp="1"/>
          </p:cNvSpPr>
          <p:nvPr>
            <p:ph type="body" idx="1"/>
          </p:nvPr>
        </p:nvSpPr>
        <p:spPr>
          <a:xfrm>
            <a:off x="762000" y="4191000"/>
            <a:ext cx="6477000" cy="1619250"/>
          </a:xfrm>
        </p:spPr>
        <p:txBody>
          <a:bodyPr anchor="t">
            <a:normAutofit/>
          </a:bodyPr>
          <a:lstStyle>
            <a:lvl1pPr marL="0" indent="0" algn="l">
              <a:lnSpc>
                <a:spcPct val="120000"/>
              </a:lnSpc>
              <a:buNone/>
              <a:defRPr sz="20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Questions · email · website</a:t>
            </a:r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Decor footer-strip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0" y="6305550"/>
            <a:ext cx="12192000" cy="1905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342900"/>
            <a:ext cx="10972800" cy="800100"/>
          </a:xfrm>
        </p:spPr>
        <p:txBody>
          <a:bodyPr anchor="b">
            <a:normAutofit/>
          </a:bodyPr>
          <a:lstStyle/>
          <a:p>
            <a:r>
              <a:rPr lang="en-US"/>
              <a:t>Slide title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333500"/>
            <a:ext cx="10972800" cy="4953000"/>
          </a:xfrm>
        </p:spPr>
        <p:txBody>
          <a:bodyPr anchor="t">
            <a:normAutofit/>
          </a:bodyPr>
          <a:lstStyle/>
          <a:p>
            <a:r>
              <a:rPr lang="en-US"/>
              <a:t>Bullet point</a:t>
            </a:r>
            <a:endParaRPr lang="en-US"/>
          </a:p>
        </p:txBody>
      </p:sp>
      <p:sp>
        <p:nvSpPr>
          <p:cNvPr id="4" name="Date Placeholder"/>
          <p:cNvSpPr>
            <a:spLocks noGrp="1"/>
          </p:cNvSpPr>
          <p:nvPr>
            <p:ph type="dt" sz="half" idx="2"/>
          </p:nvPr>
        </p:nvSpPr>
        <p:spPr>
          <a:xfrm>
            <a:off x="7239000" y="6515100"/>
            <a:ext cx="3048000" cy="228600"/>
          </a:xfrm>
        </p:spPr>
        <p:txBody>
          <a:bodyPr anchor="ctr" lIns="0" tIns="0" rIns="0" bIns="0">
            <a:normAutofit/>
          </a:bodyPr>
          <a:lstStyle>
            <a:lvl1pPr marL="0" indent="0" algn="r">
              <a:buNone/>
              <a:defRPr sz="10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Date</a:t>
            </a:r>
            <a:endParaRPr lang="en-US"/>
          </a:p>
        </p:txBody>
      </p:sp>
      <p:sp>
        <p:nvSpPr>
          <p:cNvPr id="5" name="Footer Placeholder"/>
          <p:cNvSpPr>
            <a:spLocks noGrp="1"/>
          </p:cNvSpPr>
          <p:nvPr>
            <p:ph type="ftr" sz="quarter" idx="3"/>
          </p:nvPr>
        </p:nvSpPr>
        <p:spPr>
          <a:xfrm>
            <a:off x="609600" y="6515100"/>
            <a:ext cx="6096000" cy="228600"/>
          </a:xfrm>
        </p:spPr>
        <p:txBody>
          <a:bodyPr anchor="ctr" lIns="0" tIns="0" rIns="0" bIns="0">
            <a:normAutofit/>
          </a:bodyPr>
          <a:lstStyle>
            <a:lvl1pPr marL="0" indent="0" algn="l">
              <a:buNone/>
              <a:defRPr sz="10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Footer</a:t>
            </a:r>
            <a:endParaRPr lang="en-US"/>
          </a:p>
        </p:txBody>
      </p:sp>
      <p:sp>
        <p:nvSpPr>
          <p:cNvPr id="6" name="Slide Number Placeholder"/>
          <p:cNvSpPr>
            <a:spLocks noGrp="1"/>
          </p:cNvSpPr>
          <p:nvPr>
            <p:ph type="sldNum" sz="quarter" idx="4"/>
          </p:nvPr>
        </p:nvSpPr>
        <p:spPr>
          <a:xfrm>
            <a:off x="10477500" y="6515100"/>
            <a:ext cx="1104900" cy="228600"/>
          </a:xfrm>
        </p:spPr>
        <p:txBody>
          <a:bodyPr anchor="ctr" lIns="0" tIns="0" rIns="0" bIns="0">
            <a:normAutofit/>
          </a:bodyPr>
          <a:lstStyle>
            <a:lvl1pPr marL="0" indent="0" algn="r">
              <a:buNone/>
              <a:defRPr sz="1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>
        <a:lnSpc>
          <a:spcPct val="90000"/>
        </a:lnSpc>
        <a:buNone/>
        <a:defRPr sz="3200" b="1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5750" indent="-285750" algn="l">
        <a:lnSpc>
          <a:spcPct val="100000"/>
        </a:lnSpc>
        <a:spcBef>
          <a:spcPts val="1000"/>
        </a:spcBef>
        <a:buClr>
          <a:schemeClr val="accent1"/>
        </a:buClr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>
        <a:lnSpc>
          <a:spcPct val="100000"/>
        </a:lnSpc>
        <a:spcBef>
          <a:spcPts val="1000"/>
        </a:spcBef>
        <a:buClr>
          <a:schemeClr val="accent1"/>
        </a:buClr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2pPr>
      <a:lvl3pPr marL="1200150" indent="-285750" algn="l">
        <a:lnSpc>
          <a:spcPct val="100000"/>
        </a:lnSpc>
        <a:spcBef>
          <a:spcPts val="1000"/>
        </a:spcBef>
        <a:buClr>
          <a:schemeClr val="accent1"/>
        </a:buClr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657350" indent="-285750" algn="l">
        <a:lnSpc>
          <a:spcPct val="100000"/>
        </a:lnSpc>
        <a:spcBef>
          <a:spcPts val="1000"/>
        </a:spcBef>
        <a:buClr>
          <a:schemeClr val="accent1"/>
        </a:buClr>
        <a:buFont typeface="Arial"/>
        <a:buChar char="•"/>
        <a:defRPr sz="1600">
          <a:solidFill>
            <a:schemeClr val="tx1"/>
          </a:solidFill>
          <a:latin typeface="+mn-lt"/>
          <a:ea typeface="+mn-ea"/>
          <a:cs typeface="+mn-cs"/>
        </a:defRPr>
      </a:lvl4pPr>
      <a:lvl5pPr marL="2114550" indent="-285750" algn="l">
        <a:lnSpc>
          <a:spcPct val="100000"/>
        </a:lnSpc>
        <a:spcBef>
          <a:spcPts val="1000"/>
        </a:spcBef>
        <a:buClr>
          <a:schemeClr val="accent1"/>
        </a:buClr>
        <a:buFont typeface="Arial"/>
        <a:buChar char="•"/>
        <a:defRPr sz="1600">
          <a:solidFill>
            <a:schemeClr val="tx1"/>
          </a:solidFill>
          <a:latin typeface="+mn-lt"/>
          <a:ea typeface="+mn-ea"/>
          <a:cs typeface="+mn-cs"/>
        </a:defRPr>
      </a:lvl5pPr>
    </p:bodyStyle>
    <p:otherStyle>
      <a:lvl1pPr>
        <a:defRPr sz="18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theme/theme1.xml><?xml version="1.0" encoding="utf-8"?>
<a:theme xmlns:a="http://schemas.openxmlformats.org/drawingml/2006/main" name="html-template-pack House Dark">
  <a:themeElements>
    <a:clrScheme name="html-template-pack Dark">
      <a:dk1>
        <a:srgbClr val="131820"/>
      </a:dk1>
      <a:lt1>
        <a:srgbClr val="F8FAFC"/>
      </a:lt1>
      <a:dk2>
        <a:srgbClr val="232A35"/>
      </a:dk2>
      <a:lt2>
        <a:srgbClr val="94A3B8"/>
      </a:lt2>
      <a:accent1>
        <a:srgbClr val="14B8A6"/>
      </a:accent1>
      <a:accent2>
        <a:srgbClr val="2C4A7C"/>
      </a:accent2>
      <a:accent3>
        <a:srgbClr val="F59E0B"/>
      </a:accent3>
      <a:accent4>
        <a:srgbClr val="EF4444"/>
      </a:accent4>
      <a:accent5>
        <a:srgbClr val="10B981"/>
      </a:accent5>
      <a:accent6>
        <a:srgbClr val="1A2744"/>
      </a:accent6>
      <a:hlink>
        <a:srgbClr val="14B8A6"/>
      </a:hlink>
      <a:folHlink>
        <a:srgbClr val="94A3B8"/>
      </a:folHlink>
    </a:clrScheme>
    <a:fontScheme name="html-template-pack">
      <a:majorFont>
        <a:latin typeface="Arial"/>
        <a:ea typeface="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html-template-pack house deck (dark)</dc:title>
  <dc:subject/>
  <dc:creator>html-template-pack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